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33975" y="1645920"/>
            <a:ext cx="2523744" cy="320040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666666"/>
                </a:solidFill>
                <a:latin typeface="JetBrains Mono"/>
              </a:defRPr>
            </a:pPr>
            <a:r>
              <a:t>2026 / Design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11111"/>
                </a:solidFill>
                <a:latin typeface="Inter"/>
              </a:defRPr>
            </a:pPr>
            <a:r>
              <a:t>Code-Driven</a:t>
            </a:r>
            <a:br/>
            <a:r>
              <a:t>UX/UI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66666"/>
                </a:solidFill>
                <a:latin typeface="Inter"/>
              </a:defRPr>
            </a:pPr>
            <a:r>
              <a:t>用 Claude Code 重新定義設計工作流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5029200"/>
            <a:ext cx="731520" cy="254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Inter"/>
              </a:defRPr>
            </a:pPr>
            <a:r>
              <a:t>YOUR NAME / YOUR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  <a:latin typeface="Inter"/>
              </a:defRPr>
            </a:pPr>
            <a:r>
              <a:t>Today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81635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Why Code × Design?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15468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63040" y="341071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工作流程 — 從 Prompt 到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4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63040" y="400507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34340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63040" y="459943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4434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設計品質 vs 開發速度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93776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63040" y="519379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Takeaways &amp; Q&amp;A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53212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CD14-EDD4-A173-EADF-22DF6E08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9D51A-D5DE-ACF9-B458-E8CE6913E7D3}"/>
              </a:ext>
            </a:extLst>
          </p:cNvPr>
          <p:cNvSpPr txBox="1"/>
          <p:nvPr/>
        </p:nvSpPr>
        <p:spPr>
          <a:xfrm>
            <a:off x="13716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A02848-9CFC-F0FD-60BC-D1EFFC2D8910}"/>
              </a:ext>
            </a:extLst>
          </p:cNvPr>
          <p:cNvSpPr txBox="1"/>
          <p:nvPr/>
        </p:nvSpPr>
        <p:spPr>
          <a:xfrm>
            <a:off x="137160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1"/>
                </a:solidFill>
                <a:latin typeface="Inter"/>
              </a:defRPr>
            </a:pPr>
            <a:r>
              <a:t>Today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CE414D-3B5C-36AD-31A0-81773A3EDDCB}"/>
              </a:ext>
            </a:extLst>
          </p:cNvPr>
          <p:cNvSpPr/>
          <p:nvPr/>
        </p:nvSpPr>
        <p:spPr>
          <a:xfrm>
            <a:off x="1463040" y="281635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F85D5-F82D-2624-B3CD-E9F2B9016713}"/>
              </a:ext>
            </a:extLst>
          </p:cNvPr>
          <p:cNvSpPr txBox="1"/>
          <p:nvPr/>
        </p:nvSpPr>
        <p:spPr>
          <a:xfrm>
            <a:off x="182880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Why Code × Design?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00A88-E109-59F0-3515-449E34063FF2}"/>
              </a:ext>
            </a:extLst>
          </p:cNvPr>
          <p:cNvSpPr/>
          <p:nvPr/>
        </p:nvSpPr>
        <p:spPr>
          <a:xfrm>
            <a:off x="1371600" y="315468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31AAA3-0D50-7526-C902-0EAFB1A0B61B}"/>
              </a:ext>
            </a:extLst>
          </p:cNvPr>
          <p:cNvSpPr/>
          <p:nvPr/>
        </p:nvSpPr>
        <p:spPr>
          <a:xfrm>
            <a:off x="1463040" y="341071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EA8D8-2ADA-7186-F7CD-92EE44D17FC5}"/>
              </a:ext>
            </a:extLst>
          </p:cNvPr>
          <p:cNvSpPr txBox="1"/>
          <p:nvPr/>
        </p:nvSpPr>
        <p:spPr>
          <a:xfrm>
            <a:off x="18288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工作流程 — 從 Prompt 到 Production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CB84C0-14BF-49C0-6605-61F2361483D9}"/>
              </a:ext>
            </a:extLst>
          </p:cNvPr>
          <p:cNvSpPr/>
          <p:nvPr/>
        </p:nvSpPr>
        <p:spPr>
          <a:xfrm>
            <a:off x="1371600" y="374904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B7345D-C754-2DF5-3D51-98BF3D8000D5}"/>
              </a:ext>
            </a:extLst>
          </p:cNvPr>
          <p:cNvSpPr/>
          <p:nvPr/>
        </p:nvSpPr>
        <p:spPr>
          <a:xfrm>
            <a:off x="1463040" y="400507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6AB725-C7AB-E6CC-384C-16D82935675E}"/>
              </a:ext>
            </a:extLst>
          </p:cNvPr>
          <p:cNvSpPr txBox="1"/>
          <p:nvPr/>
        </p:nvSpPr>
        <p:spPr>
          <a:xfrm>
            <a:off x="18288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A4E4D-A488-590E-40C2-DF574A0F7366}"/>
              </a:ext>
            </a:extLst>
          </p:cNvPr>
          <p:cNvSpPr/>
          <p:nvPr/>
        </p:nvSpPr>
        <p:spPr>
          <a:xfrm>
            <a:off x="1371600" y="434340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CE9AF5-39D5-F477-F80E-600961EAB869}"/>
              </a:ext>
            </a:extLst>
          </p:cNvPr>
          <p:cNvSpPr/>
          <p:nvPr/>
        </p:nvSpPr>
        <p:spPr>
          <a:xfrm>
            <a:off x="1463040" y="459943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97855-CAE8-BFCF-2A45-1220279C5103}"/>
              </a:ext>
            </a:extLst>
          </p:cNvPr>
          <p:cNvSpPr txBox="1"/>
          <p:nvPr/>
        </p:nvSpPr>
        <p:spPr>
          <a:xfrm>
            <a:off x="1828800" y="4434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設計品質 vs 開發速度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5BA937-4381-620E-3BB0-D31596AE5B4E}"/>
              </a:ext>
            </a:extLst>
          </p:cNvPr>
          <p:cNvSpPr/>
          <p:nvPr/>
        </p:nvSpPr>
        <p:spPr>
          <a:xfrm>
            <a:off x="1371600" y="493776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3F78868-92CC-C93A-217A-19D5237B404E}"/>
              </a:ext>
            </a:extLst>
          </p:cNvPr>
          <p:cNvSpPr/>
          <p:nvPr/>
        </p:nvSpPr>
        <p:spPr>
          <a:xfrm>
            <a:off x="1463040" y="5193792"/>
            <a:ext cx="76200" cy="762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C1A28B-8275-03BB-B131-C480B62518D1}"/>
              </a:ext>
            </a:extLst>
          </p:cNvPr>
          <p:cNvSpPr txBox="1"/>
          <p:nvPr/>
        </p:nvSpPr>
        <p:spPr>
          <a:xfrm>
            <a:off x="18288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Inter"/>
              </a:defRPr>
            </a:pPr>
            <a:r>
              <a:t>Takeaways &amp; Q&amp;A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5DE881-56AD-5B1F-3FF0-DA871523FCF8}"/>
              </a:ext>
            </a:extLst>
          </p:cNvPr>
          <p:cNvSpPr/>
          <p:nvPr/>
        </p:nvSpPr>
        <p:spPr>
          <a:xfrm>
            <a:off x="1371600" y="5532120"/>
            <a:ext cx="7315200" cy="127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0D9B20-4D8C-2625-D140-3CFB582AF317}"/>
              </a:ext>
            </a:extLst>
          </p:cNvPr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627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Inter"/>
              </a:defRPr>
            </a:pPr>
            <a:r>
              <a:t>設計與開發之間</a:t>
            </a:r>
            <a:br/>
            <a:r>
              <a:t>永遠存在鴻溝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067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設計稿 ≠ 成品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Inter"/>
              </a:defRPr>
            </a:pPr>
            <a:r>
              <a:t>Figma 上的完美，到了 Code 總是走樣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071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71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來回溝通成本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Inter"/>
              </a:defRPr>
            </a:pPr>
            <a:r>
              <a:t>設計師與工程師的迭代循環耗時費力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2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75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細節遺失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Inter"/>
              </a:defRPr>
            </a:pPr>
            <a:r>
              <a:t>動效、間距、互動細節在交接中流失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Inter"/>
              </a:defRPr>
            </a:pPr>
            <a:r>
              <a:t>直接用 Code 做設計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Inter"/>
              </a:defRPr>
            </a:pPr>
            <a:r>
              <a:t>透過 AI-assisted coding，讓設計決策直接在程式碼中實現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384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1528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528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Inter"/>
              </a:defRPr>
            </a:pPr>
            <a:r>
              <a:t>描述意圖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260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408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552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Inter"/>
              </a:defRPr>
            </a:pPr>
            <a:r>
              <a:t>AI 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432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576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576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Inter"/>
              </a:defRPr>
            </a:pPr>
            <a:r>
              <a:t>即時預覽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308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456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600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Iterate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600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Inter"/>
              </a:defRPr>
            </a:pPr>
            <a:r>
              <a:t>快速迭代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3327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4807" y="3291840"/>
            <a:ext cx="14630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6247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247" y="37947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99999"/>
                </a:solidFill>
                <a:latin typeface="Inter"/>
              </a:defRPr>
            </a:pPr>
            <a:r>
              <a:t>直接上線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Inter"/>
              </a:defRPr>
            </a:pPr>
            <a:r>
              <a:t>數字會說話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047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11111"/>
                </a:solidFill>
                <a:latin typeface="Inter"/>
              </a:defRPr>
            </a:pPr>
            <a:r>
              <a:t>10x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原型產出速度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247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11111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2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設計交接落差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447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11111"/>
                </a:solidFill>
                <a:latin typeface="Inter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447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所見即所得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Inter"/>
              </a:defRPr>
            </a:pPr>
            <a:r>
              <a:t>Let's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8247" y="2926080"/>
            <a:ext cx="7315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04007" y="3200400"/>
            <a:ext cx="6583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JetBrains Mono"/>
              </a:defRPr>
            </a:pPr>
            <a:r>
              <a:t>$</a:t>
            </a:r>
            <a:br/>
            <a:r>
              <a:t> claude</a:t>
            </a:r>
            <a:br/>
            <a:br/>
            <a:r>
              <a:t>// Prompt:</a:t>
            </a:r>
            <a:br/>
            <a:r>
              <a:t>"幫我設計一個深色主題的 Dashboard，</a:t>
            </a:r>
            <a:br/>
            <a:r>
              <a:t> 左側 sidebar，頂部 stat cards，</a:t>
            </a:r>
            <a:br/>
            <a:r>
              <a:t> 主區域放一個資料表格，</a:t>
            </a:r>
            <a:br/>
            <a:r>
              <a:t> 風格要 glassmorphism。"</a:t>
            </a:r>
            <a:br/>
            <a:br/>
            <a:r>
              <a:t>// Claude Code generates...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1"/>
                </a:solidFill>
                <a:latin typeface="Inter"/>
              </a:defRPr>
            </a:pPr>
            <a:r>
              <a:rPr dirty="0" err="1"/>
              <a:t>我的設計工作流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99999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構思 &amp;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606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Inter"/>
              </a:defRPr>
            </a:pPr>
            <a:r>
              <a:t>用自然語言描述設計需求，包含風格、佈局、互動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46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99999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即時生成 &amp; 預覽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749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Inter"/>
              </a:defRPr>
            </a:pPr>
            <a:r>
              <a:t>Claude Code 產出完整的 HTML/CSS/JS，瀏覽器即時預覽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389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99999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526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對話式迭代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892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Inter"/>
              </a:defRPr>
            </a:pPr>
            <a:r>
              <a:t>「間距再大一點」「換成圓角」— 用對話微調每個細節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532120"/>
            <a:ext cx="82296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45920" y="5715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999999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Production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Inter"/>
              </a:defRPr>
            </a:pPr>
            <a:r>
              <a:t>產出的 Code 直接可以整合進專案，無需額外開發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81447" y="182880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666666"/>
                </a:solidFill>
                <a:latin typeface="JetBrains Mono"/>
              </a:defRPr>
            </a:pPr>
            <a:r>
              <a:t>Philosophy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0087" y="2377440"/>
            <a:ext cx="731520" cy="254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66666"/>
                </a:solidFill>
                <a:latin typeface="Inter"/>
              </a:defRPr>
            </a:pPr>
            <a:r>
              <a:t>"The best design tool is the one</a:t>
            </a:r>
            <a:br/>
            <a:r>
              <a:t>that speaks the same language</a:t>
            </a:r>
            <a:br/>
            <a:r>
              <a:t>as your product."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377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Inter"/>
              </a:defRPr>
            </a:pPr>
            <a:r>
              <a:t>— Code-Driven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047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JetBrains Mono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Inter"/>
              </a:defRPr>
            </a:pPr>
            <a:r>
              <a:t>三個關鍵心得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067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Inter"/>
              </a:defRPr>
            </a:pPr>
            <a:r>
              <a:t>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Prompt 就是設計稿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Inter"/>
              </a:defRPr>
            </a:pPr>
            <a:r>
              <a:t>學會用精確的語言描述設計，比學工具更重要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071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Inter"/>
              </a:defRPr>
            </a:pPr>
            <a: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71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迭代成本趨近於零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1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Inter"/>
              </a:defRPr>
            </a:pPr>
            <a:r>
              <a:t>AI 讓你可以大膽嘗試，每次修改只需幾秒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3207" y="2377440"/>
            <a:ext cx="29260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7527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99999"/>
                </a:solidFill>
                <a:latin typeface="Inter"/>
              </a:defRPr>
            </a:pPr>
            <a:r>
              <a:t>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11111"/>
                </a:solidFill>
                <a:latin typeface="Inter"/>
              </a:defRPr>
            </a:pPr>
            <a:r>
              <a:t>設計即開發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527" y="3566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Inter"/>
              </a:defRPr>
            </a:pPr>
            <a:r>
              <a:t>消除交接，產出就是最終產品的一部分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81447" y="201168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FAFAF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666666"/>
                </a:solidFill>
                <a:latin typeface="JetBrains Mono"/>
              </a:defRPr>
            </a:pPr>
            <a:r>
              <a:t>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11111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66666"/>
                </a:solidFill>
                <a:latin typeface="Inter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0087" y="4663440"/>
            <a:ext cx="731520" cy="254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99999"/>
                </a:solidFill>
                <a:latin typeface="Inter"/>
              </a:defRPr>
            </a:pPr>
            <a:r>
              <a:t>YOUR NAME · @YOUR_HANDLE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JetBrains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275</Words>
  <Application>Microsoft Macintosh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Dylan Tsai</cp:lastModifiedBy>
  <cp:revision>2</cp:revision>
  <dcterms:created xsi:type="dcterms:W3CDTF">2013-01-27T09:14:16Z</dcterms:created>
  <dcterms:modified xsi:type="dcterms:W3CDTF">2026-03-18T13:57:20Z</dcterms:modified>
  <cp:category/>
</cp:coreProperties>
</file>